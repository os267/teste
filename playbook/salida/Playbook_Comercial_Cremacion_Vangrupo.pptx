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la modalidad estándar la ubicación es definida; con la familiar,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Portafolio existente (columbarios): la comisión se definirá en un sistema propio, en preparación.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