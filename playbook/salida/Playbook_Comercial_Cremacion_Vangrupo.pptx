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Precio de lanzamiento: 20% en los productos de lanzamiento de este playbook (ver Ficha Técnica). Demás productos del portafolio de cremación: 15%.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