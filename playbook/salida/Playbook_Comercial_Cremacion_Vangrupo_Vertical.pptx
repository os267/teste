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1.0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de Mascotas: confirmar si la urna biodegradable está incluida en el precio.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02920" y="3213230"/>
            <a:ext cx="6556248" cy="2854699"/>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US$ 400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(nivel 1,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permanente para visitar.</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permanente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Mantenimiento US$ 25/año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Sin plazo de permanencia.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y permanente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permanente de homenaje familiar, sin plazo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sin plazo.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US$ 25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(US$ 750) y en la opción de Mascotas de US$ 550.</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US$ 400 solo espacio · US$ 550 con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(opción US$ 550)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solo en la opción de US$ 550.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su nombre quede para siempre en el monumento memorial?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placa memorial incluida, para que su nombre quede siempre en el jardín?»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US$ 25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Sin plazo</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US$ 25/año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sin plazo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Prenecesidad: hasta 20% según la campaña del mes. Emergencia: máximo 5%. Siempre con autorización del supervisor.</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US$ 25/año.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 de 3 años</a:t>
                      </a:r>
                    </a:p>
                  </a:txBody>
                  <a:tcPr marL="73152" marR="73152" marT="36576" marB="36576" anchor="ctr">
                    <a:solidFill>
                      <a:srgbClr val="F5F2F8"/>
                    </a:solidFill>
                  </a:tcPr>
                </a:tc>
                <a:tc>
                  <a:txBody>
                    <a:bodyPr wrap="square"/>
                    <a:lstStyle/>
                    <a:p>
                      <a:r>
                        <a:rPr sz="1100" b="0">
                          <a:solidFill>
                            <a:srgbClr val="2E2A36"/>
                          </a:solidFill>
                          <a:latin typeface="Montserrat"/>
                        </a:rPr>
                        <a:t>Ecológico y Mascotas: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(US$ 750) y en la opción de Mascotas de US$ 550.</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con placa</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US$ 25).</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Explique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